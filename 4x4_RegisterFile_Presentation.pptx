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CONCLAVE HACKATHON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VISHWANATH KARAD MIT WORLD PEACE UNIVERSITY  |  DoEEE &amp; prismlabs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OF A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REGISTER FILE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Synchronous Read/Write and Asynchronous Clear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3703320"/>
            <a:ext cx="9144000" cy="14173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947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Harshvardhan Rathod  |  PRN: 1262252551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Deep Verma  |  PRN: 1262250251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37947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Division: 23  |  FY B.Tech E&amp;CE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Dr. Sarika Patil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2025–26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5661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education in digital electronics often stays theoretical — students study register files and memory hierarchies without building them at the hardware level.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gap by designing a 4×4 register file from discrete 74-series logic and a KiCad PCB, bridging classroom theory and hands-on engineering.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3977640" cy="356616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4×4 addressable register file using 74-series TTL ICs, supporting:
</a:t>
            </a:r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Synchronous clock-triggered write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Tri-state bus-buffered read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Asynchronous active-low clear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via E-Switch inputs and a NE555P 0.5 Hz clock, implemented as a KiCad PCB.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Category: Digital Electronics / Memory Systems  |  DoEEE FY-Btech E&amp;CE 2025-26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Register Array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3441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4-row × 4-bit register file using four SN74LS175N quad D flip-flops with common clock and active-low asynchronous clear.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Address Decoding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SN74LS139AN (2-to-4 decoder) to select one of four registers based on a 2-bit address (A0, A1).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73152" cy="7772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RW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32644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RW=0 (default) = Read mode; RW=1 (SWW1 pressed) = Write mode. One push-button controls the mode.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73152" cy="7772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Astable Clock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13441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0.5 Hz square-wave clock with the NE555P in astable mode (R1=10 kΩ, R2=68 kΩ, C=20 µF) for step-by-step observation.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73152" cy="77724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Fabrication 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23042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verified KiCad PCB layout (RAM-project-001) with 31 components ready for fabrication.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THEORY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60520" cy="17830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 Architecture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Consists of register array, address decoder, write-enable logic, and read bus. Write cycle (RW=1): decoder activates register CLK; data latched on rising edge. Read cycle (RW=0): tri-state buffers drive shared bus.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971800"/>
            <a:ext cx="4160520" cy="17830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063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SN74LS175N — Quad D Flip-Flop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44728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Positive-edge-triggered with common CLK and active-low asynchronous CLR. Transfers D→Q on each rising clock edge. CLR\ LOW immediately resets all Q to 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17830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SN74LS139AN — 2-to-4 Decoder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decoders. Active-low G\ pin enabled by RW=0. Exactly one of four active-low outputs drives the selected register's clock-gate and buffer-enable lines.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971800"/>
            <a:ext cx="4160520" cy="178308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63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SN74LS244N — Tri-State Buffer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344728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non-inverting buffer with two 4-channel groups. Active-low enable (G\) connects groups to decoder outputs. High-Z state prevents bus contention.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64008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43000" y="125272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Patterson &amp; Hennessy (Computer Org. &amp; Design) and Mano &amp; Ciletti (Digital Design) for register file architecture and TTL IC datasheets.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" y="1554480"/>
            <a:ext cx="0" cy="201168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1764792"/>
            <a:ext cx="64008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647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Simulation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verified the full register file in Logisim — all read/write/clear operations confirmed across 4 register rows.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2359152"/>
            <a:ext cx="0" cy="201168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" y="2569464"/>
            <a:ext cx="64008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694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587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Breadboard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286207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hardware prototype with ~30 ICs → optimised to 9 ICs by refining clock-gating and buffer logic.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3163824"/>
            <a:ext cx="0" cy="201168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3374136"/>
            <a:ext cx="64008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7413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392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PCB Design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" y="366674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PCB layout RAM-project-001 in KiCad — routed 31 components across 2 copper layers with DRC clearance.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" y="3968496"/>
            <a:ext cx="0" cy="201168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" y="4178808"/>
            <a:ext cx="64008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1788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197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" y="447141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system modes: write to each address, read back, clear. 100% test-case pass rate confirmed.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IC INVENTORY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17320"/>
                <a:gridCol w="2148840"/>
                <a:gridCol w="502920"/>
                <a:gridCol w="2788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KiCad 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No.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A7408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SN74LS08N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AND, DIP-14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Write-enable clock gating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B074244, B174244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SN74LS244N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Octal 3-State Buffer, DIP-20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bus multiplexer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CNE555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NE555P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 Timer, DIP-8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Hz astable clock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D74139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SN74LS139AN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2-to-4 Decoder, DIP-16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decoding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D074175–D374175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SN74LS175N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D Flip-Flop, DIP-16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registers (one/row)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N7402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SN7402N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NOR, DIP-14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Row-select clock gating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O7432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SN7432N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OR, DIP-14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clear logic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20040" y="4343400"/>
            <a:ext cx="85039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2"/>
          <p:cNvSpPr/>
          <p:nvPr/>
        </p:nvSpPr>
        <p:spPr>
          <a:xfrm>
            <a:off x="320040" y="43434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11 ICs  |  8 Switches  |  4 LEDs  |  6 Resistors  |  2 Capacitors  =  31 Components  |  Single +5V Supply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OPERATION &amp; TRUTH TABLES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OPERATING MODES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61288"/>
          <a:ext cx="8503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554480"/>
                <a:gridCol w="10972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CLR\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(pressed)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auto 0.5 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latched into Row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(default)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n shown on OL0–OL3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(default)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(SWC1)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row → 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74LS139 ADDRESS DECODER (G\ = RW=0 → LOW)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61488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G\ (RW)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Selected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(RW=1)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(write mode)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(RW=0)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(RW=0)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(RW=0)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(RW=0)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NE555P Astable Clock:  f = 1.44 / [(R1 + 2×R2) × C]  =  1.44 / [(10kΩ + 136kΩ) × 20µF]  ≈  0.5 Hz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IMPLEMENTATION — KiCad RAM-project-001</a:t>
            </a:r>
            <a:endParaRPr lang="en-US" sz="2000" dirty="0"/>
          </a:p>
        </p:txBody>
      </p:sp>
      <p:pic>
        <p:nvPicPr>
          <p:cNvPr id="3" name="Image 0" descr="/mnt/user-data/uploads/sm_black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777240"/>
            <a:ext cx="4114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17720" y="914400"/>
            <a:ext cx="4206240" cy="566928"/>
          </a:xfrm>
          <a:prstGeom prst="rect">
            <a:avLst/>
          </a:prstGeom>
          <a:solidFill>
            <a:srgbClr val="1A3A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709160" y="9509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0916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PCB, single +5V supply, all through-hole components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17720" y="1508760"/>
            <a:ext cx="4206240" cy="566928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09160" y="15453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1764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unique 74-series TTL types, DIP packages — all from TI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2103120"/>
            <a:ext cx="4206240" cy="566928"/>
          </a:xfrm>
          <a:prstGeom prst="rect">
            <a:avLst/>
          </a:prstGeom>
          <a:solidFill>
            <a:srgbClr val="1A3A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21396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9160" y="2359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data/address SPST switches + 2 momentary buttons (Clear, Write)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2697480"/>
            <a:ext cx="4206240" cy="566928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9160" y="27340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NE555P astable circuit on-board (no external clock needed)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3291840"/>
            <a:ext cx="4206240" cy="566928"/>
          </a:xfrm>
          <a:prstGeom prst="rect">
            <a:avLst/>
          </a:prstGeom>
          <a:solidFill>
            <a:srgbClr val="1A3A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09160" y="33284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09160" y="3547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CQY99 LEDs with 220 Ω current-limiting resistors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7720" y="3886200"/>
            <a:ext cx="4206240" cy="566928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09160" y="3922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09160" y="4142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F.Cu, B.Cu, F/B Mask, F/B Paste, F/B Silkscreen, Edge Cuts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4480560"/>
            <a:ext cx="4206240" cy="566928"/>
          </a:xfrm>
          <a:prstGeom prst="rect">
            <a:avLst/>
          </a:prstGeom>
          <a:solidFill>
            <a:srgbClr val="1A3A50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09160" y="45171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09160" y="4736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— PTH &amp; NPTH drill files generated, board fabrication ready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(BOM)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64008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/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SN74LS08N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AND Gate, DIP-14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Write-enable clock gating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SN74LS244N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Octal 3-State Buffer, DIP-20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Tri-state read 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NE555P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 Timer, DIP-8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Hz astable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SN74LS139AN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2-to-4 Decoder, DIP-16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decoding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SN74LS175N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D Flip-Flop, DIP-16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 registers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SN7402N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NOR Gate, DIP-14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Row-select clock gating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SN7432N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 OR Gate, DIP-14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clear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SW_100SP1T1B4M2QE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E-Switch SPST / Momentary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(4), Address (2), Clear (1), Write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CQY99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5mm, LED_D5.0mm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bus display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Ω ¼W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R_Axial DIN0207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current limiting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kΩ ¼W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R_Axial DIN0207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 timer R1 (charge)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kΩ ¼W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R_Axial DIN0207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555 timer R2 (timing)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µF 50V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C_Disc ceramic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VCC decoupling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mnt/user-data/uploads/sm_black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4206240"/>
            <a:ext cx="850392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20040" y="4206240"/>
            <a:ext cx="8503920" cy="82296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320040" y="42062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31 Components  |  KiCad Ref: RAM-project-001  |  Single +5V Supply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965960" cy="118872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(4-bit each)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960120"/>
            <a:ext cx="1965960" cy="118872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1965960" cy="118872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1772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960120"/>
            <a:ext cx="1965960" cy="118872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Hz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6656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73152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operating modes verified: Write, Read, Hold, Clear — with correct LED output for every address combination.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73152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72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Clock-gating circuit (NOR–AND) correctly qualifies write pulses, preventing spurious latching during read.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73152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Tri-state bus isolation confirmed — no bus contention detected when switching between register reads.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13632"/>
            <a:ext cx="73152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13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PCB passed DRC with zero errors. PTH + NPTH drill files generated; board ready for fabrication.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34256"/>
            <a:ext cx="73152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342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Outcomes: Students demonstrated mastery of D flip-flop operation, bus multiplexing, and iterative PCB design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36576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4×4 register file was successfully designed and implemented using standard 74-series TTL ICs, achieving all stated objectives: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Synchronous write on rising 0.5 Hz clock edge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Combinational tri-state read with no bus contention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Asynchronous clear independent of clock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KiCad PCB with 31 components, DRC-clean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operationalises five core Digital Electronics curriculum concepts in hardware — demonstrating that PBL bridges the gap between theory and engineering practice.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3977640" cy="36576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444752"/>
            <a:ext cx="73152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444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8×8 register file with 3-bit addressing for larger data storage capacity.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83664"/>
            <a:ext cx="73152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883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7-segment display decoder for human-readable numeric output.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322576"/>
            <a:ext cx="73152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23225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dual-port access — simultaneous read from two separate addresses.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761488"/>
            <a:ext cx="73152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7614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74-series ICs with FPGA implementation in VHDL/Verilog for speed comparison.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200400"/>
            <a:ext cx="73152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3200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a simple ALU for a minimal CPU datapath demonstration.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CONCLAVE HACKATHON 2026  |  MIT WORLD PEACE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DoEEE &amp; prismlabs  |  Department of Electrical &amp; Electronics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1371600" y="2788920"/>
            <a:ext cx="64008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Harshvardhan Rathod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PRN: 1262252551</a:t>
            </a:r>
            <a:pPr algn="ctr" indent="0" marL="0">
              <a:buNone/>
            </a:pPr>
            <a:r>
              <a:rPr lang="en-US" sz="13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Deep Verma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PRN: 1262250251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B.Tech E&amp;CE  |  Division: 23  |  Faculty Mentor: Dr. Sarika Patil  |  Academic Year: 2025–26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Design and Implementation of a 4×4 Register File with Synchronous Read/Write and Asynchronous Clear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4×4 Register File — Circuit Conclave Hackathon 2026</dc:title>
  <dc:subject>PptxGenJS Presentation</dc:subject>
  <dc:creator>PptxGenJS</dc:creator>
  <cp:lastModifiedBy>PptxGenJS</cp:lastModifiedBy>
  <cp:revision>1</cp:revision>
  <dcterms:created xsi:type="dcterms:W3CDTF">2026-04-20T03:02:02Z</dcterms:created>
  <dcterms:modified xsi:type="dcterms:W3CDTF">2026-04-20T03:02:02Z</dcterms:modified>
</cp:coreProperties>
</file>